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75" r:id="rId11"/>
    <p:sldId id="276" r:id="rId12"/>
    <p:sldId id="277" r:id="rId13"/>
    <p:sldId id="264" r:id="rId14"/>
    <p:sldId id="266" r:id="rId15"/>
    <p:sldId id="267" r:id="rId16"/>
    <p:sldId id="268" r:id="rId17"/>
    <p:sldId id="269" r:id="rId18"/>
    <p:sldId id="273" r:id="rId19"/>
    <p:sldId id="272" r:id="rId20"/>
    <p:sldId id="270" r:id="rId21"/>
    <p:sldId id="271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b3W1nguJpyLvdkVeio7GQyZY/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63BE5B-8E01-4B91-9C5C-8479B17E1E5F}">
  <a:tblStyle styleId="{F063BE5B-8E01-4B91-9C5C-8479B17E1E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44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heelpatel296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damiya-Jheel/FitPuls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tpulse-1-uysq.onrender.com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dirty="0"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/>
              <a:t>“Exploring the Power of Agentic AI with IBM Granite and LangFlow”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>
            <p:extLst>
              <p:ext uri="{D42A27DB-BD31-4B8C-83A1-F6EECF244321}">
                <p14:modId xmlns:p14="http://schemas.microsoft.com/office/powerpoint/2010/main" val="786474286"/>
              </p:ext>
            </p:extLst>
          </p:nvPr>
        </p:nvGraphicFramePr>
        <p:xfrm>
          <a:off x="1299257" y="2600315"/>
          <a:ext cx="9395000" cy="2167125"/>
        </p:xfrm>
        <a:graphic>
          <a:graphicData uri="http://schemas.openxmlformats.org/drawingml/2006/table">
            <a:tbl>
              <a:tblPr>
                <a:noFill/>
                <a:tableStyleId>{F063BE5B-8E01-4B91-9C5C-8479B17E1E5F}</a:tableStyleId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IN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IN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/>
                        <a:t>    Chadamiya Jheel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IN" sz="1400" u="none" strike="noStrike" cap="none" dirty="0">
                        <a:hlinkClick r:id="rId3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>
                          <a:hlinkClick r:id="rId3"/>
                        </a:rPr>
                        <a:t>jheelpatel296@gmail.com</a:t>
                      </a:r>
                      <a:endParaRPr lang="en-IN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/>
                        <a:t>chadamiyajheel@gmail.com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IN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IN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/>
                        <a:t>        9727124036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r>
              <a:rPr lang="en-US" sz="2800" b="1" dirty="0">
                <a:highlight>
                  <a:srgbClr val="FFFF00"/>
                </a:highlight>
              </a:rPr>
              <a:t>Healthcare</a:t>
            </a:r>
            <a:endParaRPr sz="2800" b="1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308194" y="582723"/>
            <a:ext cx="958117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FITPULSE</a:t>
            </a:r>
            <a:endParaRPr sz="2800" b="1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901A33-2E1B-DC4D-D8C0-E482C3B87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247" y="3556000"/>
            <a:ext cx="1670233" cy="106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167148" y="624835"/>
            <a:ext cx="12024852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: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FitPulse</a:t>
            </a:r>
            <a:endParaRPr sz="2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 dirty="0"/>
          </a:p>
          <a:p>
            <a:pPr lvl="0"/>
            <a:r>
              <a:rPr lang="en-US" sz="1800" dirty="0"/>
              <a:t>In today’s fast-paced world, many individuals struggle to maintain a healthy lifestyle due  to lack of personalized guidance, time constraints, and inconsistent motivation. Traditional fitness solutions often require expensive subscriptions, in-person consultations, or rigid schedules that don’t adapt to personal preferences or daily routines.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 dirty="0"/>
          </a:p>
          <a:p>
            <a:r>
              <a:rPr lang="en-IN" sz="1800" dirty="0"/>
              <a:t>Build an </a:t>
            </a:r>
            <a:r>
              <a:rPr lang="en-IN" sz="1800" b="1" dirty="0"/>
              <a:t>AI-powered Fitness Buddy</a:t>
            </a:r>
            <a:r>
              <a:rPr lang="en-IN" sz="1800" dirty="0"/>
              <a:t> that provides </a:t>
            </a:r>
            <a:r>
              <a:rPr lang="en-IN" sz="1800" b="1" dirty="0"/>
              <a:t>personalized fitness coaching, nutrition guidance, and wellness support</a:t>
            </a:r>
            <a:r>
              <a:rPr lang="en-IN" sz="1800" dirty="0"/>
              <a:t> to help users achieve a healthier lifestyle. The solution should:</a:t>
            </a:r>
          </a:p>
          <a:p>
            <a:r>
              <a:rPr lang="en-IN" sz="1800" b="1" dirty="0"/>
              <a:t>Personalized Workout Plans</a:t>
            </a:r>
            <a:r>
              <a:rPr lang="en-IN" sz="1800" dirty="0"/>
              <a:t> – Recommend workouts based on fitness goals, experience, available time, and equipment. </a:t>
            </a:r>
          </a:p>
          <a:p>
            <a:r>
              <a:rPr lang="en-IN" sz="1800" b="1" dirty="0"/>
              <a:t>Smart Nutrition Guidance</a:t>
            </a:r>
            <a:r>
              <a:rPr lang="en-IN" sz="1800" dirty="0"/>
              <a:t> – Suggest healthy meal plans, calorie intake, hydration goals, and nutrition tips. </a:t>
            </a:r>
          </a:p>
          <a:p>
            <a:r>
              <a:rPr lang="en-IN" sz="1800" b="1" dirty="0"/>
              <a:t>Fitness Tracking &amp; Motivation</a:t>
            </a:r>
            <a:r>
              <a:rPr lang="en-IN" sz="1800" dirty="0"/>
              <a:t> – Track workouts, meals, water intake, and habits while providing AI-powered feedback and daily motivation. </a:t>
            </a:r>
          </a:p>
          <a:p>
            <a:r>
              <a:rPr lang="en-IN" sz="1800" b="1" dirty="0"/>
              <a:t>Multi-Agent System</a:t>
            </a:r>
            <a:r>
              <a:rPr lang="en-IN" sz="1800" dirty="0"/>
              <a:t> – </a:t>
            </a:r>
          </a:p>
          <a:p>
            <a:pPr lvl="1"/>
            <a:r>
              <a:rPr lang="en-IN" sz="1800" b="1" dirty="0"/>
              <a:t>Fitness Coach Agent</a:t>
            </a:r>
            <a:r>
              <a:rPr lang="en-IN" sz="1800" dirty="0"/>
              <a:t> – Creates personalized workout plans. </a:t>
            </a:r>
          </a:p>
          <a:p>
            <a:pPr lvl="1"/>
            <a:r>
              <a:rPr lang="en-IN" sz="1800" b="1" dirty="0"/>
              <a:t>Nutrition Coach Agent</a:t>
            </a:r>
            <a:r>
              <a:rPr lang="en-IN" sz="1800" dirty="0"/>
              <a:t> – Generates meal plans and nutrition advice. </a:t>
            </a:r>
          </a:p>
          <a:p>
            <a:pPr lvl="1"/>
            <a:r>
              <a:rPr lang="en-IN" sz="1800" b="1" dirty="0"/>
              <a:t>Wellness Advisor Agent</a:t>
            </a:r>
            <a:r>
              <a:rPr lang="en-IN" sz="1800" dirty="0"/>
              <a:t> – Provides lifestyle, recovery, and wellness recommendations. </a:t>
            </a:r>
          </a:p>
          <a:p>
            <a:pPr lvl="1"/>
            <a:r>
              <a:rPr lang="en-IN" sz="1800" b="1" dirty="0"/>
              <a:t>Progress Tracker Agent</a:t>
            </a:r>
            <a:r>
              <a:rPr lang="en-IN" sz="1800" dirty="0"/>
              <a:t> – Monitors progress and delivers personalized insights. </a:t>
            </a:r>
          </a:p>
          <a:p>
            <a:r>
              <a:rPr lang="en-IN" sz="1800" b="1" dirty="0"/>
              <a:t>Progress Dashboard</a:t>
            </a:r>
            <a:r>
              <a:rPr lang="en-IN" sz="1800" dirty="0"/>
              <a:t> – Visualize workouts, calories, BMI, hydration, and habit streaks with interactive charts.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4"/>
          <p:cNvSpPr txBox="1"/>
          <p:nvPr/>
        </p:nvSpPr>
        <p:spPr>
          <a:xfrm>
            <a:off x="167148" y="0"/>
            <a:ext cx="72146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455468" y="1168656"/>
            <a:ext cx="10607040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IN" sz="2000" b="1" dirty="0" err="1"/>
              <a:t>FitPulse</a:t>
            </a:r>
            <a:r>
              <a:rPr lang="en-IN" sz="2000" dirty="0"/>
              <a:t> is an AI-powered Fitness Buddy built using </a:t>
            </a:r>
            <a:r>
              <a:rPr lang="en-IN" sz="2000" b="1" dirty="0"/>
              <a:t>IBM watsonx.ai, Granite Models, and </a:t>
            </a:r>
            <a:r>
              <a:rPr lang="en-IN" sz="2000" b="1" dirty="0" err="1"/>
              <a:t>LangFlow</a:t>
            </a:r>
            <a:r>
              <a:rPr lang="en-IN" sz="2000" dirty="0"/>
              <a:t> to provide personalized workout plans, nutrition guidance, wellness support, and habit tracking. The system </a:t>
            </a:r>
            <a:r>
              <a:rPr lang="en-IN" sz="2000" dirty="0" err="1"/>
              <a:t>analyzes</a:t>
            </a:r>
            <a:r>
              <a:rPr lang="en-IN" sz="2000" dirty="0"/>
              <a:t> user information such as age, fitness goals, activity level, and dietary preferences to deliver tailored recommendations in real time.</a:t>
            </a:r>
          </a:p>
          <a:p>
            <a:r>
              <a:rPr lang="en-IN" sz="2000" dirty="0"/>
              <a:t>The solution consists of four intelligent agents:</a:t>
            </a:r>
          </a:p>
          <a:p>
            <a:endParaRPr lang="en-IN" sz="2000" dirty="0"/>
          </a:p>
          <a:p>
            <a:r>
              <a:rPr lang="en-IN" sz="2000" b="1" dirty="0"/>
              <a:t>Fitness Coach Agent</a:t>
            </a:r>
            <a:r>
              <a:rPr lang="en-IN" sz="2000" dirty="0"/>
              <a:t> – Generates personalized workout plans. </a:t>
            </a:r>
          </a:p>
          <a:p>
            <a:r>
              <a:rPr lang="en-IN" sz="2000" b="1" dirty="0"/>
              <a:t>Nutrition Coach Agent</a:t>
            </a:r>
            <a:r>
              <a:rPr lang="en-IN" sz="2000" dirty="0"/>
              <a:t> – Recommends healthy meals and calorie intake. </a:t>
            </a:r>
          </a:p>
          <a:p>
            <a:r>
              <a:rPr lang="en-IN" sz="2000" b="1" dirty="0"/>
              <a:t>Wellness Advisor Agent</a:t>
            </a:r>
            <a:r>
              <a:rPr lang="en-IN" sz="2000" dirty="0"/>
              <a:t> – Provides recovery tips, motivation, and lifestyle guidance. </a:t>
            </a:r>
          </a:p>
          <a:p>
            <a:r>
              <a:rPr lang="en-IN" sz="2000" b="1" dirty="0"/>
              <a:t>Progress Tracker Agent</a:t>
            </a:r>
            <a:r>
              <a:rPr lang="en-IN" sz="2000" dirty="0"/>
              <a:t> – Tracks workouts, BMI, hydration, and fitness progress. </a:t>
            </a:r>
          </a:p>
          <a:p>
            <a:endParaRPr lang="en-IN" sz="2000" dirty="0"/>
          </a:p>
          <a:p>
            <a:r>
              <a:rPr lang="en-IN" sz="2000" dirty="0"/>
              <a:t>A user-friendly dashboard visualizes workouts, nutrition, and overall progress through interactive charts. Powered by </a:t>
            </a:r>
            <a:r>
              <a:rPr lang="en-IN" sz="2000" b="1" dirty="0"/>
              <a:t>IBM Granite Models</a:t>
            </a:r>
            <a:r>
              <a:rPr lang="en-IN" sz="2000" dirty="0"/>
              <a:t>, </a:t>
            </a:r>
            <a:r>
              <a:rPr lang="en-IN" sz="2000" dirty="0" err="1"/>
              <a:t>FitPulse</a:t>
            </a:r>
            <a:r>
              <a:rPr lang="en-IN" sz="2000" dirty="0"/>
              <a:t> delivers an intelligent, conversational fitness experience that helps users stay consistent and achieve their health goals.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455468" y="615598"/>
            <a:ext cx="72146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484632"/>
            <a:ext cx="712317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777240" y="1207008"/>
            <a:ext cx="10515600" cy="5447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 err="1"/>
              <a:t>LangFlow</a:t>
            </a:r>
            <a:r>
              <a:rPr lang="en-IN" sz="2000" b="1" dirty="0"/>
              <a:t> Platform</a:t>
            </a:r>
            <a:r>
              <a:rPr lang="en-IN" sz="2000" dirty="0"/>
              <a:t> – For designing and orchestrating multi-agent AI workflows visually. </a:t>
            </a: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IBM Granite Model</a:t>
            </a:r>
            <a:r>
              <a:rPr lang="en-IN" sz="2000" dirty="0"/>
              <a:t> </a:t>
            </a:r>
            <a:r>
              <a:rPr lang="en-IN" sz="2000" i="1" dirty="0"/>
              <a:t>(e.g., ibm-granite-3-2-8b)</a:t>
            </a:r>
            <a:r>
              <a:rPr lang="en-IN" sz="2000" dirty="0"/>
              <a:t> – For natural language understanding, personalized fitness recommendations, reasoning, and conversational AI. </a:t>
            </a: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IBM watsonx.ai</a:t>
            </a:r>
            <a:r>
              <a:rPr lang="en-IN" sz="2000" dirty="0"/>
              <a:t> – For AI model deployment, prompt engineering, embeddings, and AI governance. </a:t>
            </a:r>
            <a:r>
              <a:rPr lang="en-IN" sz="2000" b="1" dirty="0"/>
              <a:t>IBM Cloud</a:t>
            </a:r>
            <a:r>
              <a:rPr lang="en-IN" sz="2000" dirty="0"/>
              <a:t> – Provides a secure, reliable, and scalable infrastructure to build, deploy, and manage the </a:t>
            </a:r>
            <a:r>
              <a:rPr lang="en-IN" sz="2000" dirty="0" err="1"/>
              <a:t>FitPulse</a:t>
            </a:r>
            <a:r>
              <a:rPr lang="en-IN" sz="2000" dirty="0"/>
              <a:t> application. </a:t>
            </a: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Retrieval-Augmented Generation (RAG)</a:t>
            </a:r>
            <a:r>
              <a:rPr lang="en-IN" sz="2000" dirty="0"/>
              <a:t> – Retrieves accurate fitness and nutrition information from trusted knowledge sources before generating personalized responses, improving reliability and accuracy. </a:t>
            </a: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Vector Database (FAISS/Chroma)</a:t>
            </a:r>
            <a:r>
              <a:rPr lang="en-IN" sz="2000" dirty="0"/>
              <a:t> – Stores embeddings and enables fast retrieval of fitness, exercise, and nutrition knowledge for the RAG pipeline. </a:t>
            </a: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Flask</a:t>
            </a:r>
            <a:r>
              <a:rPr lang="en-IN" sz="2000" dirty="0"/>
              <a:t> – Used to build the backend APIs and integrate AI services with the web application. </a:t>
            </a: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SQLite</a:t>
            </a:r>
            <a:r>
              <a:rPr lang="en-IN" sz="2000" dirty="0"/>
              <a:t> – Stores user profiles, workout history, nutrition logs, and progress data. </a:t>
            </a: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Bootstrap 5 &amp; Chart.js</a:t>
            </a:r>
            <a:r>
              <a:rPr lang="en-IN" sz="2000" dirty="0"/>
              <a:t> – Used to build a responsive user interface and interactive progress dashboards.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</a:t>
            </a:r>
            <a:r>
              <a:rPr lang="en-US" sz="28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 Used -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7"/>
          <p:cNvSpPr txBox="1"/>
          <p:nvPr/>
        </p:nvSpPr>
        <p:spPr>
          <a:xfrm>
            <a:off x="474822" y="1146673"/>
            <a:ext cx="11333720" cy="52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IN" sz="2000" b="1" dirty="0"/>
              <a:t>Chat Input</a:t>
            </a:r>
            <a:r>
              <a:rPr lang="en-IN" sz="2000" dirty="0"/>
              <a:t> – Interface where users enter their fitness goals, personal details, workout preferences, or nutrition queries through text (optionally voice). </a:t>
            </a:r>
          </a:p>
          <a:p>
            <a:pPr lvl="0"/>
            <a:r>
              <a:rPr lang="en-IN" sz="2000" b="1" dirty="0"/>
              <a:t>IBM </a:t>
            </a:r>
            <a:r>
              <a:rPr lang="en-IN" sz="2000" b="1" dirty="0" err="1"/>
              <a:t>watsonx</a:t>
            </a:r>
            <a:r>
              <a:rPr lang="en-IN" sz="2000" b="1" dirty="0"/>
              <a:t> AI Agent</a:t>
            </a:r>
            <a:r>
              <a:rPr lang="en-IN" sz="2000" dirty="0"/>
              <a:t> – Processes user inputs using IBM Granite models to generate personalized workout plans, nutrition advice, and wellness recommendations. </a:t>
            </a:r>
          </a:p>
          <a:p>
            <a:pPr lvl="0"/>
            <a:r>
              <a:rPr lang="en-IN" sz="2000" b="1" dirty="0"/>
              <a:t>IBM Granite Model</a:t>
            </a:r>
            <a:r>
              <a:rPr lang="en-IN" sz="2000" dirty="0"/>
              <a:t> – </a:t>
            </a:r>
            <a:r>
              <a:rPr lang="en-IN" sz="2000" b="1" dirty="0"/>
              <a:t>Granite-4.0-8B-Instruct</a:t>
            </a:r>
            <a:r>
              <a:rPr lang="en-IN" sz="2000" dirty="0"/>
              <a:t> → Fast and efficient for real-time fitness coaching, reasoning, and personalized health guidance. </a:t>
            </a:r>
          </a:p>
          <a:p>
            <a:pPr lvl="0"/>
            <a:r>
              <a:rPr lang="en-IN" sz="2000" b="1" dirty="0"/>
              <a:t>Chat Output</a:t>
            </a:r>
            <a:r>
              <a:rPr lang="en-IN" sz="2000" dirty="0"/>
              <a:t> – Displays AI-generated workout routines, meal plans, calorie recommendations, motivational tips, and fitness insights. </a:t>
            </a:r>
          </a:p>
          <a:p>
            <a:pPr lvl="0"/>
            <a:r>
              <a:rPr lang="en-IN" sz="2000" b="1" dirty="0"/>
              <a:t>File Component</a:t>
            </a:r>
            <a:r>
              <a:rPr lang="en-IN" sz="2000" dirty="0"/>
              <a:t> – Stores and retrieves user profiles, workout history, nutrition logs, and fitness progress for personalized recommendations. </a:t>
            </a:r>
          </a:p>
          <a:p>
            <a:pPr lvl="0"/>
            <a:r>
              <a:rPr lang="en-IN" sz="2000" b="1" dirty="0"/>
              <a:t>Prompt Template</a:t>
            </a:r>
            <a:r>
              <a:rPr lang="en-IN" sz="2000" dirty="0"/>
              <a:t> – Structures prompts sent to the Granite model, ensuring consistent, safe, and personalized responses based on the user's fitness goals and preferences.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workflow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28DDDE-0307-7174-536D-FD5D735E3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2" y="1002891"/>
            <a:ext cx="10697497" cy="5754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59EE61-810E-B1E5-9246-931197FDA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95680"/>
            <a:ext cx="10287000" cy="565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48E8-64F7-96C5-9D1C-5170B843B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FABA5-81DB-27BB-5009-8B18CFDB0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005C0-4663-58DC-7280-E459B7C3F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67" y="142241"/>
            <a:ext cx="11606266" cy="635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02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A54E-CFF9-AC8E-DDA3-8170EB2D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5DB76-B635-B4BB-6062-28E63385F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7D3D9-D676-8C5A-E96C-4F40FEA1B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26" y="142240"/>
            <a:ext cx="11636748" cy="603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940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1276-BD07-849D-E13E-2E9A6287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A2C54-693D-AD13-B5CD-834C5F9B1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44D60-F2AA-7FF6-9554-0D96785E3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74" y="142240"/>
            <a:ext cx="11674852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60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09BF5-88B1-A1CB-A008-BBE016E1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AECE8-2DA8-F41B-355D-FF0BAB2F5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159987-B559-6D11-6309-9AF3E4F55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74" y="213360"/>
            <a:ext cx="11674852" cy="649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52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/>
          <p:nvPr/>
        </p:nvSpPr>
        <p:spPr>
          <a:xfrm>
            <a:off x="475488" y="283464"/>
            <a:ext cx="931773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621792" y="1167493"/>
            <a:ext cx="740664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dirty="0"/>
              <a:t>Agentic AI enables </a:t>
            </a:r>
            <a:r>
              <a:rPr lang="en-IN" sz="2000" b="1" dirty="0" err="1"/>
              <a:t>FitPulse</a:t>
            </a:r>
            <a:r>
              <a:rPr lang="en-IN" sz="2000" dirty="0"/>
              <a:t> to act as an intelligent fitness companion rather than a simple chatbot. Powered by </a:t>
            </a:r>
            <a:r>
              <a:rPr lang="en-IN" sz="2000" b="1" dirty="0"/>
              <a:t>IBM watsonx.ai</a:t>
            </a:r>
            <a:r>
              <a:rPr lang="en-IN" sz="2000" dirty="0"/>
              <a:t> and </a:t>
            </a:r>
            <a:r>
              <a:rPr lang="en-IN" sz="2000" b="1" dirty="0"/>
              <a:t>IBM Granite models</a:t>
            </a:r>
            <a:r>
              <a:rPr lang="en-IN" sz="2000" dirty="0"/>
              <a:t>, it coordinates multiple specialized agents to provide personalized workout plans, nutrition guidance, wellness advice, and progress tracking.</a:t>
            </a:r>
          </a:p>
          <a:p>
            <a:r>
              <a:rPr lang="en-IN" sz="2000" dirty="0"/>
              <a:t>Each agent performs a specific task while collaborating with others to deliver accurate, context-aware recommendations based on the user's fitness goals, activity level, and preferences. The system continuously adapts its suggestions using user progress and habit data.</a:t>
            </a:r>
          </a:p>
          <a:p>
            <a:r>
              <a:rPr lang="en-IN" sz="2000" dirty="0"/>
              <a:t>Overall, Agentic AI makes </a:t>
            </a:r>
            <a:r>
              <a:rPr lang="en-IN" sz="2000" b="1" dirty="0" err="1"/>
              <a:t>FitPulse</a:t>
            </a:r>
            <a:r>
              <a:rPr lang="en-IN" sz="2000" dirty="0"/>
              <a:t> proactive, personalized, and goal-driven, helping users stay consistent and achieve their fitness and wellness goals.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0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445008" y="1079611"/>
            <a:ext cx="11301984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Nutrition Agent stands out by combining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AI, RAG, and personalization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a single intelligent system.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Intelligence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Instead of a single chatbot, multiple specialized agents collaborate to deliver accurate and context-aware nutrition guidance.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RAG-Based Accuracy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Integrates real-time data retrieval with AI generation, reducing misinformation and ensuring trustworthy recommendations.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Hyper-Personalization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Tailors diet plans based on health conditions, cultural preferences, and fitness goals.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Feedback Loop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Continuously adapts recommendations based on daily food logs and user behavior.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Multi-Modal Input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Supports text, voice, and image-based meal tracking for better usability.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Preventive Healthcare Focus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Goes beyond diet planning to provide disease-specific nutrition advice.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&amp; Enterprise-Ready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Built on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Granite models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ensuring reliability and governance.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makes the solution a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smart, adaptive, and proactive digital nutritionist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 just a static diet recommendation tool.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1"/>
          <p:cNvSpPr/>
          <p:nvPr/>
        </p:nvSpPr>
        <p:spPr>
          <a:xfrm>
            <a:off x="1137444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repository link -: 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https://github.com/Chadamiya-Jheel/FitPulse</a:t>
            </a:r>
            <a:r>
              <a:rPr lang="en-US" sz="20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 </a:t>
            </a:r>
            <a:endParaRPr lang="en-US" sz="200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200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Live </a:t>
            </a: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render Link -: </a:t>
            </a: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https://fitpulse-1-uysq.onrender.com</a:t>
            </a: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indent="-457200">
              <a:buAutoNum type="arabicPeriod"/>
            </a:pPr>
            <a:r>
              <a:rPr lang="en-IN" sz="2000" b="1" dirty="0"/>
              <a:t>Integration with Wearables &amp; Fitness Devices</a:t>
            </a:r>
            <a:br>
              <a:rPr lang="en-IN" sz="2000" dirty="0"/>
            </a:br>
            <a:r>
              <a:rPr lang="en-IN" sz="2000" dirty="0" err="1"/>
              <a:t>FitPulse</a:t>
            </a:r>
            <a:r>
              <a:rPr lang="en-IN" sz="2000" dirty="0"/>
              <a:t> can be integrated with smartwatches and fitness trackers to collect real-time data such as steps, heart rate, calories burned, sleep patterns, and workout activity. This will enable the AI to provide more accurate, personalized, and dynamic fitness recommendations.</a:t>
            </a:r>
          </a:p>
          <a:p>
            <a:pPr marL="457200" indent="-457200">
              <a:buAutoNum type="arabicPeriod"/>
            </a:pPr>
            <a:endParaRPr lang="en-IN" sz="2000" dirty="0"/>
          </a:p>
          <a:p>
            <a:endParaRPr lang="en-IN" sz="2000" dirty="0"/>
          </a:p>
          <a:p>
            <a:r>
              <a:rPr lang="en-IN" sz="2000" b="1" dirty="0"/>
              <a:t>2.   AI Voice Coach &amp; Multilingual Support</a:t>
            </a:r>
            <a:br>
              <a:rPr lang="en-IN" sz="2000" dirty="0"/>
            </a:br>
            <a:r>
              <a:rPr lang="en-IN" sz="2000" dirty="0"/>
              <a:t>      Future versions can include a voice-enabled AI fitness coach with support for            </a:t>
            </a:r>
          </a:p>
          <a:p>
            <a:r>
              <a:rPr lang="en-IN" sz="2000" dirty="0"/>
              <a:t>      multiple languages, allowing users to interact naturally in their preferred   </a:t>
            </a:r>
          </a:p>
          <a:p>
            <a:r>
              <a:rPr lang="en-IN" sz="2000" dirty="0"/>
              <a:t>      language.    This will improve accessibility and make </a:t>
            </a:r>
            <a:r>
              <a:rPr lang="en-IN" sz="2000" dirty="0" err="1"/>
              <a:t>FitPulse</a:t>
            </a:r>
            <a:r>
              <a:rPr lang="en-IN" sz="2000" dirty="0"/>
              <a:t> more inclusive  </a:t>
            </a:r>
          </a:p>
          <a:p>
            <a:r>
              <a:rPr lang="en-IN" sz="2000" dirty="0"/>
              <a:t>      for users from diverse backgrounds.</a:t>
            </a:r>
          </a:p>
        </p:txBody>
      </p:sp>
      <p:sp>
        <p:nvSpPr>
          <p:cNvPr id="174" name="Google Shape;174;p42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92AF8-21B3-1840-E62A-CF3C905C7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994" y="1215198"/>
            <a:ext cx="5906012" cy="44276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FFB5-846D-71CD-3D51-E2CDD841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E8367-0AAB-29BD-DC88-3AF4327B3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E7019-BBE5-EF60-E88F-C4C442D5C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613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87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66E2-5C25-1713-B917-FC2D84BB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684EC-1FF4-DDF6-49B9-AF8AACA69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71675-16CE-D471-A2A2-B4D615C5B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125"/>
            <a:ext cx="1062228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84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427425-DD1B-0EE5-4850-8BC89AF87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723" y="778294"/>
            <a:ext cx="9630486" cy="49762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</Words>
  <Application>Microsoft Office PowerPoint</Application>
  <PresentationFormat>Widescreen</PresentationFormat>
  <Paragraphs>102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Manda Anirudh</dc:creator>
  <cp:lastModifiedBy>jheel chadamiya</cp:lastModifiedBy>
  <cp:revision>1</cp:revision>
  <dcterms:created xsi:type="dcterms:W3CDTF">2025-07-08T05:06:56Z</dcterms:created>
  <dcterms:modified xsi:type="dcterms:W3CDTF">2026-07-07T12:11:55Z</dcterms:modified>
</cp:coreProperties>
</file>